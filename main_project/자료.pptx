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>
        <p:scale>
          <a:sx n="150" d="100"/>
          <a:sy n="150" d="100"/>
        </p:scale>
        <p:origin x="-348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2DD84-0EFC-4BD9-85F3-0AC26EEA7DA1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5DF66-133F-4124-8472-9D9EF8B52B7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60777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2DD84-0EFC-4BD9-85F3-0AC26EEA7DA1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5DF66-133F-4124-8472-9D9EF8B52B7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96109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2DD84-0EFC-4BD9-85F3-0AC26EEA7DA1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5DF66-133F-4124-8472-9D9EF8B52B7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7456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2DD84-0EFC-4BD9-85F3-0AC26EEA7DA1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5DF66-133F-4124-8472-9D9EF8B52B7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40842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2DD84-0EFC-4BD9-85F3-0AC26EEA7DA1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5DF66-133F-4124-8472-9D9EF8B52B7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4852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2DD84-0EFC-4BD9-85F3-0AC26EEA7DA1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5DF66-133F-4124-8472-9D9EF8B52B7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27065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2DD84-0EFC-4BD9-85F3-0AC26EEA7DA1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5DF66-133F-4124-8472-9D9EF8B52B7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9447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2DD84-0EFC-4BD9-85F3-0AC26EEA7DA1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5DF66-133F-4124-8472-9D9EF8B52B7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1358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2DD84-0EFC-4BD9-85F3-0AC26EEA7DA1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5DF66-133F-4124-8472-9D9EF8B52B7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3472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2DD84-0EFC-4BD9-85F3-0AC26EEA7DA1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5DF66-133F-4124-8472-9D9EF8B52B7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83349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2DD84-0EFC-4BD9-85F3-0AC26EEA7DA1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5DF66-133F-4124-8472-9D9EF8B52B7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2036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A2DD84-0EFC-4BD9-85F3-0AC26EEA7DA1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15DF66-133F-4124-8472-9D9EF8B52B7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7895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smtClean="0"/>
              <a:t>자료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16092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896" y="2107517"/>
            <a:ext cx="5220429" cy="329611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6467" y="2340912"/>
            <a:ext cx="4982270" cy="2829320"/>
          </a:xfrm>
          <a:prstGeom prst="rect">
            <a:avLst/>
          </a:prstGeom>
        </p:spPr>
      </p:pic>
      <p:cxnSp>
        <p:nvCxnSpPr>
          <p:cNvPr id="21" name="직선 화살표 연결선 20"/>
          <p:cNvCxnSpPr/>
          <p:nvPr/>
        </p:nvCxnSpPr>
        <p:spPr>
          <a:xfrm flipH="1">
            <a:off x="1033153" y="2618509"/>
            <a:ext cx="5938" cy="251015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23456" y="3504256"/>
            <a:ext cx="528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rgbClr val="FF0000"/>
                </a:solidFill>
              </a:rPr>
              <a:t>13</a:t>
            </a:r>
            <a:endParaRPr lang="ko-KR" altLang="en-US" dirty="0">
              <a:solidFill>
                <a:srgbClr val="FF0000"/>
              </a:solidFill>
            </a:endParaRPr>
          </a:p>
        </p:txBody>
      </p:sp>
      <p:cxnSp>
        <p:nvCxnSpPr>
          <p:cNvPr id="23" name="직선 화살표 연결선 22"/>
          <p:cNvCxnSpPr/>
          <p:nvPr/>
        </p:nvCxnSpPr>
        <p:spPr>
          <a:xfrm flipH="1" flipV="1">
            <a:off x="1227117" y="5233567"/>
            <a:ext cx="2715491" cy="938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426526" y="5170232"/>
            <a:ext cx="528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rgbClr val="FF0000"/>
                </a:solidFill>
              </a:rPr>
              <a:t>14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1227117" y="3879779"/>
            <a:ext cx="2656115" cy="1258785"/>
          </a:xfrm>
          <a:prstGeom prst="rect">
            <a:avLst/>
          </a:prstGeom>
          <a:noFill/>
          <a:ln w="28575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화살표 연결선 9"/>
          <p:cNvCxnSpPr/>
          <p:nvPr/>
        </p:nvCxnSpPr>
        <p:spPr>
          <a:xfrm flipH="1">
            <a:off x="4124131" y="3821594"/>
            <a:ext cx="5938" cy="126497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071258" y="4041050"/>
            <a:ext cx="10509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solidFill>
                  <a:srgbClr val="FF0000"/>
                </a:solidFill>
              </a:rPr>
              <a:t>장애물 높이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1227118" y="2618510"/>
            <a:ext cx="2656114" cy="2513864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/>
          <p:cNvSpPr/>
          <p:nvPr/>
        </p:nvSpPr>
        <p:spPr>
          <a:xfrm>
            <a:off x="1114489" y="2497129"/>
            <a:ext cx="244859" cy="234196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/>
          <p:cNvSpPr txBox="1"/>
          <p:nvPr/>
        </p:nvSpPr>
        <p:spPr>
          <a:xfrm>
            <a:off x="962985" y="2127797"/>
            <a:ext cx="528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rgbClr val="FF0000"/>
                </a:solidFill>
              </a:rPr>
              <a:t>0,0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995861" y="5075361"/>
            <a:ext cx="8017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rgbClr val="FF0000"/>
                </a:solidFill>
              </a:rPr>
              <a:t>14,13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7" name="타원 16"/>
          <p:cNvSpPr/>
          <p:nvPr/>
        </p:nvSpPr>
        <p:spPr>
          <a:xfrm>
            <a:off x="3756563" y="4955798"/>
            <a:ext cx="244859" cy="234196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15408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2074" y="83127"/>
            <a:ext cx="3941952" cy="6678058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8206" y="-12137"/>
            <a:ext cx="3054729" cy="6868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0134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7</Words>
  <Application>Microsoft Office PowerPoint</Application>
  <PresentationFormat>와이드스크린</PresentationFormat>
  <Paragraphs>6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자료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kccistc</dc:creator>
  <cp:lastModifiedBy>kccistc</cp:lastModifiedBy>
  <cp:revision>7</cp:revision>
  <dcterms:created xsi:type="dcterms:W3CDTF">2026-03-24T00:23:58Z</dcterms:created>
  <dcterms:modified xsi:type="dcterms:W3CDTF">2026-03-25T00:37:58Z</dcterms:modified>
</cp:coreProperties>
</file>